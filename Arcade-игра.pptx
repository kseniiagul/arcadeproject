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2"/>
  </p:notesMasterIdLst>
  <p:handoutMasterIdLst>
    <p:handoutMasterId r:id="rId13"/>
  </p:handoutMasterIdLst>
  <p:sldIdLst>
    <p:sldId id="312" r:id="rId5"/>
    <p:sldId id="304" r:id="rId6"/>
    <p:sldId id="281" r:id="rId7"/>
    <p:sldId id="282" r:id="rId8"/>
    <p:sldId id="314" r:id="rId9"/>
    <p:sldId id="315" r:id="rId10"/>
    <p:sldId id="297" r:id="rId11"/>
  </p:sldIdLst>
  <p:sldSz cx="12192000" cy="6858000"/>
  <p:notesSz cx="13716000" cy="24384000"/>
  <p:defaultTextStyle>
    <a:defPPr rtl="0">
      <a:defRPr lang="ru-RU"/>
    </a:defPPr>
    <a:lvl1pPr marL="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7F5"/>
    <a:srgbClr val="202C8F"/>
    <a:srgbClr val="FDFBF6"/>
    <a:srgbClr val="AAC4E9"/>
    <a:srgbClr val="F5CDCE"/>
    <a:srgbClr val="DF8C8C"/>
    <a:srgbClr val="D4D593"/>
    <a:srgbClr val="E6F0FE"/>
    <a:srgbClr val="CDBE8A"/>
    <a:srgbClr val="FFE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 snapToObjects="1">
      <p:cViewPr varScale="1">
        <p:scale>
          <a:sx n="70" d="100"/>
          <a:sy n="70" d="100"/>
        </p:scale>
        <p:origin x="536" y="5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37" d="100"/>
          <a:sy n="37" d="100"/>
        </p:scale>
        <p:origin x="338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F16EF179-AC8C-44A3-9ED6-6152B0CF8E1F}" type="datetimeyyyy">
              <a:rPr lang="ru-RU" smtClean="0"/>
              <a:t>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420BD0AB-C59E-4A46-83D3-F07787446BA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Изображение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0" name="Полилиния: фигура 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Полилиния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8" name="Полилиния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Полилиния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1" name="Полилиния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14" name="Изображение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50000"/>
              </a:lnSpc>
              <a:spcBef>
                <a:spcPts val="0"/>
              </a:spcBef>
              <a:defRPr lang="ru-RU" sz="2000"/>
            </a:lvl2pPr>
            <a:lvl3pPr marL="685800">
              <a:lnSpc>
                <a:spcPct val="150000"/>
              </a:lnSpc>
              <a:spcBef>
                <a:spcPts val="0"/>
              </a:spcBef>
              <a:defRPr lang="ru-RU" sz="18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ведение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Полилиния: Фигура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/>
            </a:p>
          </p:txBody>
        </p:sp>
        <p:sp>
          <p:nvSpPr>
            <p:cNvPr id="15" name="Полилиния: фигура 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" name="Изображение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2" name="Заголовок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rtlCol="0" anchor="ctr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 dirty="0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36" name="Полилиния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3" name="Полилиния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lvl="0" algn="ctr" rtl="0"/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Текст слайда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</p:txBody>
      </p:sp>
      <p:sp>
        <p:nvSpPr>
          <p:cNvPr id="52" name="Рисунок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Изображение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3" name="Полилиния: фигура 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9" name="Полилиния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31" name="Полилиния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33" name="Изображение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rtlCol="0" anchor="b" anchorCtr="0">
            <a:noAutofit/>
          </a:bodyPr>
          <a:lstStyle>
            <a:lvl1pPr algn="l">
              <a:lnSpc>
                <a:spcPct val="100000"/>
              </a:lnSpc>
              <a:defRPr lang="ru-RU" sz="3600" b="1">
                <a:latin typeface="+mj-lt"/>
                <a:cs typeface="Arial" panose="020B0604020202020204" pitchFamily="34" charset="0"/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3" name="Объект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8" name="Номер слайда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равнение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1" name="Изображение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13" name="Изображение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Полилиния: фигура 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7" name="Изображение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19" name="Изображение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олилиния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Полилиния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6" name="Полилиния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19" name="Номер слайда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3" name="Объект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marL="283464" indent="-283464">
              <a:spcBef>
                <a:spcPts val="1000"/>
              </a:spcBef>
              <a:defRPr lang="ru-RU" sz="1800"/>
            </a:lvl2pPr>
            <a:lvl3pPr marL="283464" indent="-283464">
              <a:spcBef>
                <a:spcPts val="1000"/>
              </a:spcBef>
              <a:defRPr lang="ru-RU" sz="1800"/>
            </a:lvl3pPr>
            <a:lvl4pPr marL="283464" indent="-283464">
              <a:spcBef>
                <a:spcPts val="1000"/>
              </a:spcBef>
              <a:defRPr lang="ru-RU" sz="1800"/>
            </a:lvl4pPr>
            <a:lvl5pPr marL="283464"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25" name="Объект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marL="283464" indent="-283464">
              <a:spcBef>
                <a:spcPts val="1000"/>
              </a:spcBef>
              <a:defRPr lang="ru-RU" sz="1800"/>
            </a:lvl2pPr>
            <a:lvl3pPr marL="283464" indent="-283464">
              <a:spcBef>
                <a:spcPts val="1000"/>
              </a:spcBef>
              <a:defRPr lang="ru-RU" sz="1800"/>
            </a:lvl3pPr>
            <a:lvl4pPr marL="283464" indent="-283464">
              <a:spcBef>
                <a:spcPts val="1000"/>
              </a:spcBef>
              <a:defRPr lang="ru-RU" sz="1800"/>
            </a:lvl4pPr>
            <a:lvl5pPr marL="283464"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 rtlCol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lang="ru-RU"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lang="ru-RU"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lang="ru-RU"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lang="ru-RU" sz="1800"/>
            </a:lvl4pPr>
            <a:lvl5pPr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indent="-283464">
              <a:spcBef>
                <a:spcPts val="1000"/>
              </a:spcBef>
              <a:defRPr lang="ru-RU" sz="1800"/>
            </a:lvl2pPr>
            <a:lvl3pPr indent="-283464">
              <a:spcBef>
                <a:spcPts val="1000"/>
              </a:spcBef>
              <a:defRPr lang="ru-RU" sz="1800"/>
            </a:lvl3pPr>
            <a:lvl4pPr indent="-283464">
              <a:spcBef>
                <a:spcPts val="1000"/>
              </a:spcBef>
              <a:defRPr lang="ru-RU" sz="1800"/>
            </a:lvl4pPr>
            <a:lvl5pPr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31" name="Рисунок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/>
              <a:t>Щелкните, чтобы добавить рисунок</a:t>
            </a:r>
          </a:p>
        </p:txBody>
      </p: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Полилиния: Фигура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/>
            </a:p>
          </p:txBody>
        </p:sp>
        <p:sp>
          <p:nvSpPr>
            <p:cNvPr id="21" name="Полилиния: Фигура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2" name="Полилиния: фигура 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3" name="Изображение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44" name="Номер слайда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лилиния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6" name="Изображение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21" name="Изображение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0" name="Объект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0" name="Номер слайда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/>
          </a:p>
        </p:txBody>
      </p:sp>
      <p:sp>
        <p:nvSpPr>
          <p:cNvPr id="10" name="Полилиния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0" name="Изображение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4" name="Текст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ru-RU" sz="1800"/>
            </a:lvl1pPr>
          </a:lstStyle>
          <a:p>
            <a:pPr rtl="0"/>
            <a:r>
              <a:rPr lang="ru-RU"/>
              <a:t>Подзаголовок слайда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 rtlCol="0">
            <a:normAutofit/>
          </a:bodyPr>
          <a:lstStyle>
            <a:lvl1pPr>
              <a:defRPr lang="ru-RU" sz="1800"/>
            </a:lvl1pPr>
            <a:lvl2pPr>
              <a:defRPr lang="ru-RU" sz="1800"/>
            </a:lvl2pPr>
            <a:lvl3pPr>
              <a:defRPr lang="ru-RU" sz="1800"/>
            </a:lvl3pPr>
            <a:lvl4pPr>
              <a:defRPr lang="ru-RU" sz="1800"/>
            </a:lvl4pPr>
            <a:lvl5pPr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0" name="Номер слайда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Графический объект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49" name="Полилиния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6" name="Объект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8" name="Объект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7" name="Номер слайда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43" name="Графический объект 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Графический объект 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Изображение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 rtlCol="0"/>
          <a:lstStyle>
            <a:lvl1pPr algn="ctr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4" name="Объект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Полилиния: фигура 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9" name="Изображение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rtlCol="0" anchor="b" anchorCtr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rtlCol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lang="ru-RU" sz="2400"/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: Фигура 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/>
          <a:lstStyle>
            <a:defPPr>
              <a:defRPr lang="ru-RU"/>
            </a:def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 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rtlCol="0" anchor="b"/>
          <a:lstStyle>
            <a:lvl1pPr>
              <a:lnSpc>
                <a:spcPct val="100000"/>
              </a:lnSpc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 rtlCol="0"/>
          <a:lstStyle>
            <a:lvl1pPr marL="0" indent="0">
              <a:buNone/>
              <a:defRPr lang="ru-RU" sz="1600"/>
            </a:lvl1pPr>
            <a:lvl2pPr marL="457200" indent="0">
              <a:buNone/>
              <a:defRPr lang="ru-RU" sz="1400"/>
            </a:lvl2pPr>
            <a:lvl3pPr marL="914400" indent="0">
              <a:buNone/>
              <a:defRPr lang="ru-RU" sz="1200"/>
            </a:lvl3pPr>
            <a:lvl4pPr marL="1371600" indent="0">
              <a:buNone/>
              <a:defRPr lang="ru-RU" sz="1000"/>
            </a:lvl4pPr>
            <a:lvl5pPr marL="1828800" indent="0">
              <a:buNone/>
              <a:defRPr lang="ru-RU" sz="1000"/>
            </a:lvl5pPr>
            <a:lvl6pPr marL="2286000" indent="0">
              <a:buNone/>
              <a:defRPr lang="ru-RU" sz="1000"/>
            </a:lvl6pPr>
            <a:lvl7pPr marL="2743200" indent="0">
              <a:buNone/>
              <a:defRPr lang="ru-RU" sz="1000"/>
            </a:lvl7pPr>
            <a:lvl8pPr marL="3200400" indent="0">
              <a:buNone/>
              <a:defRPr lang="ru-RU" sz="1000"/>
            </a:lvl8pPr>
            <a:lvl9pPr marL="3657600" indent="0">
              <a:buNone/>
              <a:defRPr lang="ru-RU" sz="1000"/>
            </a:lvl9pPr>
          </a:lstStyle>
          <a:p>
            <a:pPr lvl="0" rtl="0"/>
            <a:r>
              <a:rPr lang="ru-RU"/>
              <a:t>Текст слайда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 rtlCol="0"/>
          <a:lstStyle>
            <a:lvl1pPr>
              <a:defRPr lang="ru-RU" sz="3200"/>
            </a:lvl1pPr>
            <a:lvl2pPr>
              <a:defRPr lang="ru-RU" sz="2800"/>
            </a:lvl2pPr>
            <a:lvl3pPr>
              <a:defRPr lang="ru-RU" sz="2400"/>
            </a:lvl3pPr>
            <a:lvl4pPr>
              <a:defRPr lang="ru-RU" sz="2000"/>
            </a:lvl4pPr>
            <a:lvl5pPr>
              <a:defRPr lang="ru-RU" sz="2000"/>
            </a:lvl5pPr>
            <a:lvl6pPr>
              <a:defRPr lang="ru-RU" sz="2000"/>
            </a:lvl6pPr>
            <a:lvl7pPr>
              <a:defRPr lang="ru-RU" sz="2000"/>
            </a:lvl7pPr>
            <a:lvl8pPr>
              <a:defRPr lang="ru-RU" sz="2000"/>
            </a:lvl8pPr>
            <a:lvl9pPr>
              <a:defRPr lang="ru-RU" sz="2000"/>
            </a:lvl9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rtlCol="0" anchor="b"/>
          <a:lstStyle>
            <a:lvl1pPr>
              <a:lnSpc>
                <a:spcPct val="100000"/>
              </a:lnSpc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 rtlCol="0"/>
          <a:lstStyle>
            <a:lvl1pPr marL="0" indent="0">
              <a:buNone/>
              <a:defRPr lang="ru-RU" sz="1600"/>
            </a:lvl1pPr>
            <a:lvl2pPr marL="457200" indent="0">
              <a:buNone/>
              <a:defRPr lang="ru-RU" sz="1400"/>
            </a:lvl2pPr>
            <a:lvl3pPr marL="914400" indent="0">
              <a:buNone/>
              <a:defRPr lang="ru-RU" sz="1200"/>
            </a:lvl3pPr>
            <a:lvl4pPr marL="1371600" indent="0">
              <a:buNone/>
              <a:defRPr lang="ru-RU" sz="1000"/>
            </a:lvl4pPr>
            <a:lvl5pPr marL="1828800" indent="0">
              <a:buNone/>
              <a:defRPr lang="ru-RU" sz="1000"/>
            </a:lvl5pPr>
            <a:lvl6pPr marL="2286000" indent="0">
              <a:buNone/>
              <a:defRPr lang="ru-RU" sz="1000"/>
            </a:lvl6pPr>
            <a:lvl7pPr marL="2743200" indent="0">
              <a:buNone/>
              <a:defRPr lang="ru-RU" sz="1000"/>
            </a:lvl7pPr>
            <a:lvl8pPr marL="3200400" indent="0">
              <a:buNone/>
              <a:defRPr lang="ru-RU" sz="1000"/>
            </a:lvl8pPr>
            <a:lvl9pPr marL="3657600" indent="0">
              <a:buNone/>
              <a:defRPr lang="ru-RU" sz="1000"/>
            </a:lvl9pPr>
          </a:lstStyle>
          <a:p>
            <a:pPr lvl="0" rtl="0"/>
            <a:r>
              <a:rPr lang="ru-RU"/>
              <a:t>Текст слайда</a:t>
            </a:r>
          </a:p>
        </p:txBody>
      </p:sp>
      <p:sp>
        <p:nvSpPr>
          <p:cNvPr id="3" name="Рисунок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lang="ru-RU" sz="2800"/>
            </a:lvl1pPr>
            <a:lvl2pPr marL="457200" indent="0">
              <a:buNone/>
              <a:defRPr lang="ru-RU" sz="2800"/>
            </a:lvl2pPr>
            <a:lvl3pPr marL="914400" indent="0">
              <a:buNone/>
              <a:defRPr lang="ru-RU" sz="2400"/>
            </a:lvl3pPr>
            <a:lvl4pPr marL="1371600" indent="0">
              <a:buNone/>
              <a:defRPr lang="ru-RU" sz="2000"/>
            </a:lvl4pPr>
            <a:lvl5pPr marL="1828800" indent="0">
              <a:buNone/>
              <a:defRPr lang="ru-RU" sz="2000"/>
            </a:lvl5pPr>
            <a:lvl6pPr marL="2286000" indent="0">
              <a:buNone/>
              <a:defRPr lang="ru-RU" sz="2000"/>
            </a:lvl6pPr>
            <a:lvl7pPr marL="2743200" indent="0">
              <a:buNone/>
              <a:defRPr lang="ru-RU" sz="2000"/>
            </a:lvl7pPr>
            <a:lvl8pPr marL="3200400" indent="0">
              <a:buNone/>
              <a:defRPr lang="ru-RU" sz="2000"/>
            </a:lvl8pPr>
            <a:lvl9pPr marL="3657600" indent="0">
              <a:buNone/>
              <a:defRPr lang="ru-RU" sz="2000"/>
            </a:lvl9pPr>
          </a:lstStyle>
          <a:p>
            <a:pPr rtl="0"/>
            <a:r>
              <a:rPr lang="ru-RU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ru-RU" sz="1200">
                <a:solidFill>
                  <a:schemeClr val="accent6"/>
                </a:solidFill>
                <a:latin typeface="+mn-lt"/>
                <a:cs typeface="+mn-cs" panose="020B0604020202020204" pitchFamily="34" charset="0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 dirty="0"/>
              <a:t>Щелкните, чтобы изменить стили текста образца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lang="ru-RU"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2931" y="810227"/>
            <a:ext cx="5746140" cy="3831221"/>
          </a:xfrm>
        </p:spPr>
        <p:txBody>
          <a:bodyPr rtlCol="0" anchor="ctr"/>
          <a:lstStyle>
            <a:defPPr>
              <a:defRPr lang="ru-RU"/>
            </a:defPPr>
          </a:lstStyle>
          <a:p>
            <a:r>
              <a:rPr lang="en-US" dirty="0"/>
              <a:t>Arcade-</a:t>
            </a:r>
            <a:r>
              <a:rPr lang="ru-RU" dirty="0"/>
              <a:t>игра</a:t>
            </a:r>
            <a:r>
              <a:rPr lang="en-US" dirty="0"/>
              <a:t> </a:t>
            </a:r>
            <a:br>
              <a:rPr lang="ru-RU" dirty="0"/>
            </a:br>
            <a:r>
              <a:rPr lang="en-US" dirty="0"/>
              <a:t>“melting point”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050D5A-2824-1E2D-D851-30A237A4B412}"/>
              </a:ext>
            </a:extLst>
          </p:cNvPr>
          <p:cNvSpPr txBox="1"/>
          <p:nvPr/>
        </p:nvSpPr>
        <p:spPr>
          <a:xfrm>
            <a:off x="1673352" y="6201418"/>
            <a:ext cx="4321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AF7F5"/>
                </a:solidFill>
              </a:rPr>
              <a:t>Работу выполнили: Алёна, Ксения, Арина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Идея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 rtlCol="0">
            <a:normAutofit fontScale="92500"/>
          </a:bodyPr>
          <a:lstStyle>
            <a:defPPr>
              <a:defRPr lang="ru-RU"/>
            </a:defPPr>
          </a:lstStyle>
          <a:p>
            <a:r>
              <a:rPr lang="ru-RU" dirty="0"/>
              <a:t>Игра представляет собой двухмерный платформер с элементами выживания, в котором игрок управляет персонажем, постепенно теряющим свой размер из-за постоянного «таяния». Цель — добраться до конца уровня, избегая опасностей и собирая бонусы, восстанавливающие размер.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666153"/>
            <a:ext cx="5259554" cy="991983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Реализация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083248"/>
            <a:ext cx="5259554" cy="2233233"/>
          </a:xfrm>
        </p:spPr>
        <p:txBody>
          <a:bodyPr rtlCol="0">
            <a:normAutofit fontScale="92500" lnSpcReduction="20000"/>
          </a:bodyPr>
          <a:lstStyle>
            <a:defPPr>
              <a:defRPr lang="ru-RU"/>
            </a:defPPr>
          </a:lstStyle>
          <a:p>
            <a:r>
              <a:rPr lang="ru-RU" dirty="0"/>
              <a:t>Реализованы три уровня сложности, влияющие на скорость таяния, частоту появления врагов и эффективность лечения. Поддерживается выбор одного из нескольких визуальных образов персонажа, каждый из которых имеет индивидуальные параметры масштабирования и баланса.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871AD50-4C07-DB37-99B5-D60783773DA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-331" r="-735"/>
          <a:stretch>
            <a:fillRect/>
          </a:stretch>
        </p:blipFill>
        <p:spPr>
          <a:xfrm>
            <a:off x="6096000" y="1666153"/>
            <a:ext cx="6016752" cy="4028747"/>
          </a:xfrm>
          <a:prstGeom prst="rect">
            <a:avLst/>
          </a:prstGeom>
          <a:solidFill>
            <a:srgbClr val="AAC3E8"/>
          </a:solidFill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Механика игры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marL="0" indent="0">
              <a:lnSpc>
                <a:spcPct val="150000"/>
              </a:lnSpc>
              <a:buNone/>
            </a:pPr>
            <a:r>
              <a:rPr lang="ru-RU" sz="2000" dirty="0"/>
              <a:t>Управление осуществляется с клавиатуры, реализована система физики с гравитацией и прыжками, камера следует за игроком. Интерфейс включает отображение текущего состояния персонажа и выбранного режима сложности. Проект разработан с использованием библиотеки </a:t>
            </a:r>
            <a:r>
              <a:rPr lang="ru-RU" sz="2000" dirty="0" err="1"/>
              <a:t>Arcade</a:t>
            </a:r>
            <a:r>
              <a:rPr lang="ru-RU" sz="2000" dirty="0"/>
              <a:t>.</a:t>
            </a:r>
          </a:p>
        </p:txBody>
      </p:sp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 rtl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 rtl="0"/>
              <a:t>5</a:t>
            </a:fld>
            <a:endParaRPr lang="ru-RU" dirty="0"/>
          </a:p>
        </p:txBody>
      </p:sp>
      <p:pic>
        <p:nvPicPr>
          <p:cNvPr id="10" name="Рисунок 9" descr="Изображение выглядит как текст, снимок экрана, Шрифт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6F49294-1E02-9A3C-41C7-DA2C85BB0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81" y="91165"/>
            <a:ext cx="4910312" cy="3337835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текст, снимок экрана, Операционная систем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7BA558D-9622-04F6-E2FE-A4446682CA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1009" y="94570"/>
            <a:ext cx="4939043" cy="3334430"/>
          </a:xfrm>
          <a:prstGeom prst="rect">
            <a:avLst/>
          </a:prstGeom>
        </p:spPr>
      </p:pic>
      <p:pic>
        <p:nvPicPr>
          <p:cNvPr id="14" name="Рисунок 13" descr="Изображение выглядит как текст, снимок экрана, программное обеспечение, компьюте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E2F45B2-4F91-EFA9-1895-AA643C7BAE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974" y="3425595"/>
            <a:ext cx="4910312" cy="3341240"/>
          </a:xfrm>
          <a:prstGeom prst="rect">
            <a:avLst/>
          </a:prstGeom>
        </p:spPr>
      </p:pic>
      <p:pic>
        <p:nvPicPr>
          <p:cNvPr id="16" name="Рисунок 15" descr="Изображение выглядит как снимок экрана, текст, Операционная систем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0BB6E45-E283-0809-D9C5-EA3F5DB786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716" y="3425595"/>
            <a:ext cx="4935605" cy="3337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8" y="487162"/>
            <a:ext cx="7796464" cy="122238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Особенность разработки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 rtl="0"/>
              <a:t>6</a:t>
            </a:fld>
            <a:endParaRPr lang="ru-RU" dirty="0"/>
          </a:p>
        </p:txBody>
      </p:sp>
      <p:sp>
        <p:nvSpPr>
          <p:cNvPr id="16" name="Объект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006287"/>
            <a:ext cx="7796463" cy="1125972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algn="ctr"/>
            <a:r>
              <a:rPr lang="ru-RU" sz="2400" dirty="0"/>
              <a:t>Каждый раз при запуске новой игры уровень генерируется автоматически с помощью модуля </a:t>
            </a:r>
            <a:r>
              <a:rPr lang="en-US" sz="2400" dirty="0"/>
              <a:t>random</a:t>
            </a:r>
            <a:r>
              <a:rPr lang="ru-RU" sz="2400" dirty="0"/>
              <a:t>.</a:t>
            </a:r>
            <a:endParaRPr lang="en-US" sz="2400" dirty="0"/>
          </a:p>
          <a:p>
            <a:pPr rtl="0"/>
            <a:endParaRPr lang="ru-RU" dirty="0"/>
          </a:p>
        </p:txBody>
      </p:sp>
      <p:pic>
        <p:nvPicPr>
          <p:cNvPr id="7" name="Рисунок 6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0396CB8-DFEE-08F3-6339-8392F2BEDF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5204" y="3132259"/>
            <a:ext cx="5734851" cy="312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105814"/>
            <a:ext cx="4480559" cy="272770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ая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Times new Roman"/>
        <a:ea typeface=""/>
        <a:cs typeface="Times new Roma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3089_TF78438558_Win32" id="{20174D6F-D900-4129-ACAC-D46CF5FD4DB7}" vid="{268851D2-D7B5-4873-88EC-188753A90A6F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{8D9726E0-C513-4F14-A09A-8FA690CED5AC}TF8a9b5915-b8c7-461e-8cdd-693d48b5e323138ae9a7_win32-fecfc327da1f</Template>
  <TotalTime>24</TotalTime>
  <Words>155</Words>
  <Application>Microsoft Office PowerPoint</Application>
  <PresentationFormat>Широкоэкранный</PresentationFormat>
  <Paragraphs>15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Calibri</vt:lpstr>
      <vt:lpstr>Times new Roman</vt:lpstr>
      <vt:lpstr>Пользовательская</vt:lpstr>
      <vt:lpstr>Arcade-игра  “melting point”</vt:lpstr>
      <vt:lpstr>Идея</vt:lpstr>
      <vt:lpstr>Реализация</vt:lpstr>
      <vt:lpstr>Механика игры</vt:lpstr>
      <vt:lpstr>Презентация PowerPoint</vt:lpstr>
      <vt:lpstr>Особенность разработки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Арина Минина</dc:creator>
  <cp:lastModifiedBy>Арина Минина</cp:lastModifiedBy>
  <cp:revision>1</cp:revision>
  <dcterms:created xsi:type="dcterms:W3CDTF">2026-02-28T13:26:08Z</dcterms:created>
  <dcterms:modified xsi:type="dcterms:W3CDTF">2026-02-28T13:50:17Z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